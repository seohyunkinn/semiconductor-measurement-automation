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4" r:id="rId5"/>
    <p:sldId id="265" r:id="rId6"/>
    <p:sldId id="266" r:id="rId7"/>
    <p:sldId id="267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02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9D7847-8938-44F1-8D4F-9FA17F0F9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93B0C6-4A5E-4F18-B8A6-C4B0AA124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432A29-B4A9-41D4-915E-88DF6A2FE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C9638D-8D63-4EEB-BF45-1E0870508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B7B896-892E-42B4-BA3A-88F81B34E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409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48475-C14C-4C9C-9AC7-91912FF9B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22A65D-6F62-42A9-B29F-5DFBD0213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32E148-07B9-41E5-BB8D-7AB220EEF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61A827-F631-4D36-9945-6530DBF4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B709BE-1EB7-4538-A31B-8294A1B5B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09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3BA7B-DAB2-47A1-BF9D-4123B25B9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45ADFB-D45B-4B78-91CC-F961B2CBB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F1C70D-AAE7-4814-A6D4-6D25C9C1E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909578-4CE0-4CB6-93C4-727B33A51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F619A9-694F-44F6-A296-0D01DB6E6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712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6BCF2D-19A7-4DD8-8E18-6238DBD26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38AD4E-368D-4452-B131-C8F6D2F80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3F05A6-610A-4CDD-A966-E85E54F58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631EADA-421A-41AC-B3F7-436C1854D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64EE63-2609-4B38-AAA5-35607DF6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676FDB-A66F-4F00-8C4A-D814469EE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58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C0356-A5DB-49AB-AE1F-A4FC9DC6C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A74E996-CB51-48D0-83F9-145F7620A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65A1CC-16FB-426F-A710-A77A2E4B4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DC89D01-B942-49B1-BABD-73D27F3797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9E4D1D-1CB8-4AC6-9603-5CC4D396A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AB1A84-A4BB-497F-8ABB-3AF9556D9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D69B9A7-E5E8-45AE-9888-0687B3B1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F51D1DD-4FD5-44FA-B51F-0BF2544F0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790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538C9-E0F8-45AC-B974-B7E4AD95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30CBC1-1866-458F-9167-52B9E112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E3A688-D801-41B0-9292-E592CB7E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484B692-011B-46FD-9F9F-FF277164B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0051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B55D87-333F-4F71-8931-16979AAB9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8C9B06A-F961-4514-9D4F-DE4AFE329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CFB077-A3B7-4DD4-BCCB-4F19AE27E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9445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8A5C30-1E38-4BCF-B5F6-0A5526752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699D87-6DD0-463F-B32A-88375ACF3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C88300-1567-4FCB-9405-FA8F6BB12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A0DA78-FEC0-417D-8413-A047CF8FA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6CF00C-C08D-43D6-971C-CC2F72B3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EFC5CD-B66B-4422-8A1D-6936D76B3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694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0834F-CDDE-4374-A6D1-8D0B4123F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F33823-2496-45EA-AEFD-45182FD7F5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83232F-AB07-4980-BBBE-F0F54C4F6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849659-DE0E-4DD0-8700-D83A944B2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B8DBEE-7749-4875-BC72-16A2489A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762EA8-7865-405A-9793-AA5980B76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2664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9A347-5674-42BA-BF58-37E91CD22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63F3953-AED2-45A5-AAC1-777CACB73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C2BBEB-FC13-40BA-AE09-C09450E4E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2B342B-80FC-471C-A1CE-DC6AB1FA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3AC06D-2C57-4CC5-8A9C-6615267D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715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78AB1D5-B736-4017-A841-4070E964A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9804D4-945B-47CF-AD48-3E1D8ED1C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F2062-792E-4F27-8090-2A25AF9FF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5BDB7F-3CF1-4CB7-AD8E-ECA00B515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252F06-7061-441F-ACCE-939BD3669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216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4AE750-B4F7-4E7C-9F14-FFF1D59C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3E5BD60-DDA3-4D00-B9CA-5FA4FC08F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B1AFCF-2E36-4D67-A1FC-A6DF859220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713FE-DAE1-41A3-B2F0-5A587CF4BB00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7D04EC-3875-4857-B728-0D71D21A5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FD1249-575F-47A6-901B-F2C3252A5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ED457-9048-4464-A334-3DAF332B65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78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8E92E5-CC6F-4273-A96F-A2386D20C1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83358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dirty="0"/>
              <a:t>Main3 </a:t>
            </a:r>
            <a:r>
              <a:rPr lang="ko-KR" altLang="en-US" dirty="0"/>
              <a:t>업데이트</a:t>
            </a:r>
            <a:br>
              <a:rPr lang="en-US" altLang="ko-KR" dirty="0"/>
            </a:br>
            <a:r>
              <a:rPr lang="en-US" altLang="ko-KR" dirty="0"/>
              <a:t>: </a:t>
            </a:r>
            <a:r>
              <a:rPr lang="ko-KR" altLang="en-US" dirty="0"/>
              <a:t>기존 코드와의 차이점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6EE8E7-C142-4A18-8AC3-29144A804F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21895"/>
            <a:ext cx="9144000" cy="973899"/>
          </a:xfrm>
        </p:spPr>
        <p:txBody>
          <a:bodyPr/>
          <a:lstStyle/>
          <a:p>
            <a:r>
              <a:rPr lang="ko-KR" altLang="en-US" dirty="0"/>
              <a:t>김서현</a:t>
            </a:r>
          </a:p>
        </p:txBody>
      </p:sp>
    </p:spTree>
    <p:extLst>
      <p:ext uri="{BB962C8B-B14F-4D97-AF65-F5344CB8AC3E}">
        <p14:creationId xmlns:p14="http://schemas.microsoft.com/office/powerpoint/2010/main" val="1055575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3A3F819-3E0B-A811-C618-5A0851E91FF3}"/>
              </a:ext>
            </a:extLst>
          </p:cNvPr>
          <p:cNvSpPr txBox="1"/>
          <p:nvPr/>
        </p:nvSpPr>
        <p:spPr>
          <a:xfrm>
            <a:off x="6184232" y="575864"/>
            <a:ext cx="729915" cy="1445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0" name="그림 9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3FF481-3C50-F189-F5E4-955F9D368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59" y="120378"/>
            <a:ext cx="9018458" cy="482058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730C01-6BB0-96DE-4A7C-8518B850D025}"/>
              </a:ext>
            </a:extLst>
          </p:cNvPr>
          <p:cNvSpPr txBox="1"/>
          <p:nvPr/>
        </p:nvSpPr>
        <p:spPr>
          <a:xfrm>
            <a:off x="9753600" y="1026695"/>
            <a:ext cx="2021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 </a:t>
            </a:r>
            <a:r>
              <a:rPr lang="en-US" altLang="ko-KR" dirty="0" err="1"/>
              <a:t>ui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69560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B3D9D4-FEFF-965F-E0A7-9CB487C60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26929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24A458-CDE1-86FD-F04A-0F5CE21824A0}"/>
              </a:ext>
            </a:extLst>
          </p:cNvPr>
          <p:cNvSpPr txBox="1"/>
          <p:nvPr/>
        </p:nvSpPr>
        <p:spPr>
          <a:xfrm>
            <a:off x="8551333" y="406400"/>
            <a:ext cx="338666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수정된 </a:t>
            </a:r>
            <a:r>
              <a:rPr lang="en-US" altLang="ko-KR" sz="2400" b="1" dirty="0"/>
              <a:t>UI </a:t>
            </a:r>
            <a:r>
              <a:rPr lang="ko-KR" altLang="en-US" sz="2400" b="1" dirty="0"/>
              <a:t>전체 모습</a:t>
            </a:r>
            <a:endParaRPr lang="en-US" altLang="ko-KR" sz="2400" b="1" dirty="0"/>
          </a:p>
          <a:p>
            <a:endParaRPr lang="en-US" altLang="ko-KR" dirty="0"/>
          </a:p>
          <a:p>
            <a:r>
              <a:rPr lang="en-US" altLang="ko-KR" dirty="0"/>
              <a:t>Point</a:t>
            </a:r>
            <a:r>
              <a:rPr lang="ko-KR" altLang="en-US" dirty="0"/>
              <a:t> </a:t>
            </a:r>
            <a:r>
              <a:rPr lang="en-US" altLang="ko-KR" dirty="0"/>
              <a:t>1.</a:t>
            </a:r>
          </a:p>
          <a:p>
            <a:r>
              <a:rPr lang="en-US" altLang="ko-KR" dirty="0"/>
              <a:t>Stop </a:t>
            </a:r>
            <a:r>
              <a:rPr lang="ko-KR" altLang="en-US" dirty="0"/>
              <a:t>기능 추가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Point</a:t>
            </a:r>
            <a:r>
              <a:rPr lang="ko-KR" altLang="en-US" dirty="0"/>
              <a:t> </a:t>
            </a:r>
            <a:r>
              <a:rPr lang="en-US" altLang="ko-KR" dirty="0"/>
              <a:t>2.</a:t>
            </a:r>
          </a:p>
          <a:p>
            <a:r>
              <a:rPr lang="ko-KR" altLang="en-US" dirty="0"/>
              <a:t>기존 </a:t>
            </a:r>
            <a:r>
              <a:rPr lang="en-US" altLang="ko-KR" dirty="0"/>
              <a:t>current(1D:v1,v2)</a:t>
            </a:r>
            <a:r>
              <a:rPr lang="ko-KR" altLang="en-US" dirty="0"/>
              <a:t>의 두가지 기능을 케이스로 분류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각 케이스에 맞춰 입력 변수 자동 변경됨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1D4B0-AFC5-0D94-BCA6-FE16E20F9132}"/>
              </a:ext>
            </a:extLst>
          </p:cNvPr>
          <p:cNvSpPr txBox="1"/>
          <p:nvPr/>
        </p:nvSpPr>
        <p:spPr>
          <a:xfrm>
            <a:off x="466164" y="2405883"/>
            <a:ext cx="1290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Point1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F3ED7-FF4A-6180-BD1B-3998D6207E65}"/>
              </a:ext>
            </a:extLst>
          </p:cNvPr>
          <p:cNvSpPr txBox="1"/>
          <p:nvPr/>
        </p:nvSpPr>
        <p:spPr>
          <a:xfrm>
            <a:off x="5608721" y="3768438"/>
            <a:ext cx="1359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FF0000"/>
                </a:solidFill>
              </a:rPr>
              <a:t>Point2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0" name="그림 9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7C005A8-CB09-CDB2-4BDE-42F189E74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441" y="3507205"/>
            <a:ext cx="2440254" cy="264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28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BE20DA-3266-DF7B-53A1-6F368AD7E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23" y="3429000"/>
            <a:ext cx="6000677" cy="33082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551679-96FB-A076-7992-869EEE768969}"/>
              </a:ext>
            </a:extLst>
          </p:cNvPr>
          <p:cNvSpPr txBox="1"/>
          <p:nvPr/>
        </p:nvSpPr>
        <p:spPr>
          <a:xfrm>
            <a:off x="7063991" y="3429000"/>
            <a:ext cx="218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ver2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5B19F6-4285-09C9-8FEF-5EFDDC302A2B}"/>
              </a:ext>
            </a:extLst>
          </p:cNvPr>
          <p:cNvSpPr txBox="1"/>
          <p:nvPr/>
        </p:nvSpPr>
        <p:spPr>
          <a:xfrm>
            <a:off x="7063991" y="532563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071E98-39B2-A704-39C4-0BB93A0B5529}"/>
              </a:ext>
            </a:extLst>
          </p:cNvPr>
          <p:cNvSpPr txBox="1"/>
          <p:nvPr/>
        </p:nvSpPr>
        <p:spPr>
          <a:xfrm>
            <a:off x="8340132" y="424841"/>
            <a:ext cx="2858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Current(1D: V)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9606AA-2BFD-3F76-36A5-3B2FED37A7AA}"/>
              </a:ext>
            </a:extLst>
          </p:cNvPr>
          <p:cNvSpPr txBox="1"/>
          <p:nvPr/>
        </p:nvSpPr>
        <p:spPr>
          <a:xfrm>
            <a:off x="8340131" y="3321278"/>
            <a:ext cx="28587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Current(1D: V)</a:t>
            </a:r>
          </a:p>
        </p:txBody>
      </p:sp>
      <p:pic>
        <p:nvPicPr>
          <p:cNvPr id="13" name="그림 12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D84088-0F29-AA29-2901-023E5E36C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6272851" cy="3321278"/>
          </a:xfrm>
          <a:prstGeom prst="rect">
            <a:avLst/>
          </a:prstGeom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89D7E2BE-6D94-4576-7589-742F041731EC}"/>
              </a:ext>
            </a:extLst>
          </p:cNvPr>
          <p:cNvSpPr/>
          <p:nvPr/>
        </p:nvSpPr>
        <p:spPr>
          <a:xfrm>
            <a:off x="717176" y="2259106"/>
            <a:ext cx="310777" cy="19124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97E4330-9295-4D5C-E138-F16FD04324BD}"/>
              </a:ext>
            </a:extLst>
          </p:cNvPr>
          <p:cNvSpPr/>
          <p:nvPr/>
        </p:nvSpPr>
        <p:spPr>
          <a:xfrm>
            <a:off x="773953" y="5794188"/>
            <a:ext cx="310777" cy="19124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2328AEB-1F6A-302A-332A-8AAB5394D0A7}"/>
              </a:ext>
            </a:extLst>
          </p:cNvPr>
          <p:cNvCxnSpPr>
            <a:cxnSpLocks/>
          </p:cNvCxnSpPr>
          <p:nvPr/>
        </p:nvCxnSpPr>
        <p:spPr>
          <a:xfrm flipV="1">
            <a:off x="1249082" y="4336940"/>
            <a:ext cx="4261224" cy="1457248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1769F4F-5C53-5977-CBF6-6AB5C4BEB6DB}"/>
              </a:ext>
            </a:extLst>
          </p:cNvPr>
          <p:cNvSpPr txBox="1"/>
          <p:nvPr/>
        </p:nvSpPr>
        <p:spPr>
          <a:xfrm>
            <a:off x="6015284" y="4153944"/>
            <a:ext cx="2324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Sensitivity </a:t>
            </a:r>
            <a:r>
              <a:rPr lang="ko-KR" altLang="en-US" dirty="0">
                <a:solidFill>
                  <a:srgbClr val="FF0000"/>
                </a:solidFill>
              </a:rPr>
              <a:t>양수 입력</a:t>
            </a:r>
            <a:r>
              <a:rPr lang="en-US" altLang="ko-KR" dirty="0">
                <a:solidFill>
                  <a:srgbClr val="FF0000"/>
                </a:solidFill>
              </a:rPr>
              <a:t>:</a:t>
            </a:r>
            <a:r>
              <a:rPr lang="ko-KR" altLang="en-US" dirty="0">
                <a:solidFill>
                  <a:srgbClr val="FF0000"/>
                </a:solidFill>
              </a:rPr>
              <a:t> 우상향으로 </a:t>
            </a:r>
            <a:r>
              <a:rPr lang="ko-KR" altLang="en-US" dirty="0" err="1">
                <a:solidFill>
                  <a:srgbClr val="FF0000"/>
                </a:solidFill>
              </a:rPr>
              <a:t>그려짐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E9F3A53-7B18-160A-A920-6DC3645213DD}"/>
              </a:ext>
            </a:extLst>
          </p:cNvPr>
          <p:cNvCxnSpPr>
            <a:cxnSpLocks/>
          </p:cNvCxnSpPr>
          <p:nvPr/>
        </p:nvCxnSpPr>
        <p:spPr>
          <a:xfrm>
            <a:off x="1165412" y="2354729"/>
            <a:ext cx="4601882" cy="44823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327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D38D629-3252-B687-2B93-EDCFF04A879B}"/>
              </a:ext>
            </a:extLst>
          </p:cNvPr>
          <p:cNvSpPr txBox="1"/>
          <p:nvPr/>
        </p:nvSpPr>
        <p:spPr>
          <a:xfrm>
            <a:off x="7063991" y="3429000"/>
            <a:ext cx="218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ver2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8B6D49-419D-5DD4-4FE3-200993119E91}"/>
              </a:ext>
            </a:extLst>
          </p:cNvPr>
          <p:cNvSpPr txBox="1"/>
          <p:nvPr/>
        </p:nvSpPr>
        <p:spPr>
          <a:xfrm>
            <a:off x="7063991" y="532563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06598-5CAC-B0A4-9F00-CB0A78766AF3}"/>
              </a:ext>
            </a:extLst>
          </p:cNvPr>
          <p:cNvSpPr txBox="1"/>
          <p:nvPr/>
        </p:nvSpPr>
        <p:spPr>
          <a:xfrm>
            <a:off x="8299938" y="424841"/>
            <a:ext cx="3692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Current(1D: V1,v2)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B23794-30AB-8CB0-B826-160A13576D75}"/>
              </a:ext>
            </a:extLst>
          </p:cNvPr>
          <p:cNvSpPr txBox="1"/>
          <p:nvPr/>
        </p:nvSpPr>
        <p:spPr>
          <a:xfrm>
            <a:off x="8299938" y="3321278"/>
            <a:ext cx="36927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Current(V</a:t>
            </a:r>
            <a:r>
              <a:rPr lang="ko-KR" altLang="en-US" sz="3200" dirty="0"/>
              <a:t> </a:t>
            </a:r>
            <a:r>
              <a:rPr lang="en-US" altLang="ko-KR" sz="3200" dirty="0"/>
              <a:t>vs</a:t>
            </a:r>
            <a:r>
              <a:rPr lang="ko-KR" altLang="en-US" sz="3200" dirty="0"/>
              <a:t> </a:t>
            </a:r>
            <a:r>
              <a:rPr lang="en-US" altLang="ko-KR" sz="3200" dirty="0"/>
              <a:t>I)</a:t>
            </a:r>
          </a:p>
          <a:p>
            <a:r>
              <a:rPr lang="en-US" altLang="ko-KR" sz="3200" dirty="0"/>
              <a:t>Case 1</a:t>
            </a:r>
          </a:p>
        </p:txBody>
      </p:sp>
      <p:pic>
        <p:nvPicPr>
          <p:cNvPr id="9" name="그림 8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08A4CF-58F6-B9EF-A31B-84DC011ED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3318"/>
            <a:ext cx="6544236" cy="3343999"/>
          </a:xfrm>
          <a:prstGeom prst="rect">
            <a:avLst/>
          </a:prstGeom>
        </p:spPr>
      </p:pic>
      <p:pic>
        <p:nvPicPr>
          <p:cNvPr id="11" name="그림 10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AC28F8-ED96-F100-F74E-600CBC883E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23"/>
          <a:stretch>
            <a:fillRect/>
          </a:stretch>
        </p:blipFill>
        <p:spPr>
          <a:xfrm>
            <a:off x="524282" y="4317"/>
            <a:ext cx="6139483" cy="3429001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74F51AA-FA78-F4CD-2A82-021BDB33B50F}"/>
              </a:ext>
            </a:extLst>
          </p:cNvPr>
          <p:cNvCxnSpPr/>
          <p:nvPr/>
        </p:nvCxnSpPr>
        <p:spPr>
          <a:xfrm>
            <a:off x="9341224" y="1643529"/>
            <a:ext cx="0" cy="127298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232B032-355A-E6D3-21D3-D1B4956D6EA9}"/>
              </a:ext>
            </a:extLst>
          </p:cNvPr>
          <p:cNvSpPr txBox="1"/>
          <p:nvPr/>
        </p:nvSpPr>
        <p:spPr>
          <a:xfrm>
            <a:off x="9646023" y="1987635"/>
            <a:ext cx="1237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</a:rPr>
              <a:t>변경</a:t>
            </a:r>
            <a:r>
              <a:rPr lang="en-US" altLang="ko-KR" sz="2400" dirty="0">
                <a:solidFill>
                  <a:srgbClr val="FF0000"/>
                </a:solidFill>
              </a:rPr>
              <a:t>!</a:t>
            </a:r>
            <a:endParaRPr lang="ko-KR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84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9EB3A-84BC-8B96-5774-4B93316F4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C79F59-691B-8ECF-26D9-F5055A2FF3EE}"/>
              </a:ext>
            </a:extLst>
          </p:cNvPr>
          <p:cNvSpPr txBox="1"/>
          <p:nvPr/>
        </p:nvSpPr>
        <p:spPr>
          <a:xfrm>
            <a:off x="7063991" y="3429000"/>
            <a:ext cx="218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ver2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A1FB4-1E73-C054-2B14-476D2F6FEA77}"/>
              </a:ext>
            </a:extLst>
          </p:cNvPr>
          <p:cNvSpPr txBox="1"/>
          <p:nvPr/>
        </p:nvSpPr>
        <p:spPr>
          <a:xfrm>
            <a:off x="7063991" y="532563"/>
            <a:ext cx="1567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B9D246-2923-5216-C2A1-D3178A18C0B9}"/>
              </a:ext>
            </a:extLst>
          </p:cNvPr>
          <p:cNvSpPr txBox="1"/>
          <p:nvPr/>
        </p:nvSpPr>
        <p:spPr>
          <a:xfrm>
            <a:off x="8299938" y="424841"/>
            <a:ext cx="3692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Current(1D: V1,v2)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FC5F6-CA52-BABD-1215-D83D751CA029}"/>
              </a:ext>
            </a:extLst>
          </p:cNvPr>
          <p:cNvSpPr txBox="1"/>
          <p:nvPr/>
        </p:nvSpPr>
        <p:spPr>
          <a:xfrm>
            <a:off x="8299938" y="3321278"/>
            <a:ext cx="36927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Current(V</a:t>
            </a:r>
            <a:r>
              <a:rPr lang="ko-KR" altLang="en-US" sz="3200" dirty="0"/>
              <a:t> </a:t>
            </a:r>
            <a:r>
              <a:rPr lang="en-US" altLang="ko-KR" sz="3200" dirty="0"/>
              <a:t>vs</a:t>
            </a:r>
            <a:r>
              <a:rPr lang="ko-KR" altLang="en-US" sz="3200" dirty="0"/>
              <a:t> </a:t>
            </a:r>
            <a:r>
              <a:rPr lang="en-US" altLang="ko-KR" sz="3200" dirty="0"/>
              <a:t>I)</a:t>
            </a:r>
          </a:p>
          <a:p>
            <a:r>
              <a:rPr lang="en-US" altLang="ko-KR" sz="3200" dirty="0"/>
              <a:t>Case 2</a:t>
            </a:r>
          </a:p>
        </p:txBody>
      </p:sp>
      <p:pic>
        <p:nvPicPr>
          <p:cNvPr id="3" name="그림 2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2DDFB6-C349-0FE9-300A-0E5655D681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8999"/>
            <a:ext cx="6561742" cy="3428999"/>
          </a:xfrm>
          <a:prstGeom prst="rect">
            <a:avLst/>
          </a:prstGeom>
        </p:spPr>
      </p:pic>
      <p:pic>
        <p:nvPicPr>
          <p:cNvPr id="9" name="그림 8" descr="텍스트, 도표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716061-DBB2-265D-BBDA-7489CC422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683233" cy="3428998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506862B-8B84-0102-3F5B-4DA46AB6529D}"/>
              </a:ext>
            </a:extLst>
          </p:cNvPr>
          <p:cNvCxnSpPr/>
          <p:nvPr/>
        </p:nvCxnSpPr>
        <p:spPr>
          <a:xfrm>
            <a:off x="9341224" y="1643529"/>
            <a:ext cx="0" cy="127298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4EB350C-8C1B-D4ED-FA8B-56CD65679A74}"/>
              </a:ext>
            </a:extLst>
          </p:cNvPr>
          <p:cNvSpPr txBox="1"/>
          <p:nvPr/>
        </p:nvSpPr>
        <p:spPr>
          <a:xfrm>
            <a:off x="9813365" y="2032000"/>
            <a:ext cx="14821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</a:rPr>
              <a:t>변경</a:t>
            </a:r>
            <a:r>
              <a:rPr lang="en-US" altLang="ko-KR" dirty="0">
                <a:solidFill>
                  <a:srgbClr val="FF0000"/>
                </a:solidFill>
              </a:rPr>
              <a:t>!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4703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00BAA1-349C-A57D-9801-3DBD7FC9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69" y="50675"/>
            <a:ext cx="10515600" cy="1325563"/>
          </a:xfrm>
        </p:spPr>
        <p:txBody>
          <a:bodyPr/>
          <a:lstStyle/>
          <a:p>
            <a:r>
              <a:rPr lang="en-US" altLang="ko-KR" dirty="0"/>
              <a:t>Stop </a:t>
            </a:r>
            <a:r>
              <a:rPr lang="ko-KR" altLang="en-US" dirty="0"/>
              <a:t>기능 테스트</a:t>
            </a:r>
          </a:p>
        </p:txBody>
      </p:sp>
      <p:pic>
        <p:nvPicPr>
          <p:cNvPr id="5" name="내용 개체 틀 4" descr="텍스트, 스크린샷, 라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58A9E5-A1E7-10B9-60CC-BD304E03F2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731" y="1186426"/>
            <a:ext cx="9783262" cy="54184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E91E1F-622C-1621-F35C-4E915A7D8F1A}"/>
              </a:ext>
            </a:extLst>
          </p:cNvPr>
          <p:cNvSpPr txBox="1"/>
          <p:nvPr/>
        </p:nvSpPr>
        <p:spPr>
          <a:xfrm>
            <a:off x="8026400" y="6488668"/>
            <a:ext cx="4374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확인</a:t>
            </a:r>
            <a:r>
              <a:rPr lang="en-US" altLang="ko-KR" b="1" dirty="0">
                <a:solidFill>
                  <a:srgbClr val="FF0000"/>
                </a:solidFill>
              </a:rPr>
              <a:t>:X</a:t>
            </a:r>
            <a:r>
              <a:rPr lang="ko-KR" altLang="en-US" b="1" dirty="0">
                <a:solidFill>
                  <a:srgbClr val="FF0000"/>
                </a:solidFill>
              </a:rPr>
              <a:t>축이 </a:t>
            </a:r>
            <a:r>
              <a:rPr lang="en-US" altLang="ko-KR" b="1" dirty="0">
                <a:solidFill>
                  <a:srgbClr val="FF0000"/>
                </a:solidFill>
              </a:rPr>
              <a:t>1v</a:t>
            </a:r>
            <a:r>
              <a:rPr lang="ko-KR" altLang="en-US" b="1" dirty="0">
                <a:solidFill>
                  <a:srgbClr val="FF0000"/>
                </a:solidFill>
              </a:rPr>
              <a:t>까지 가지 않고 멈춤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12848-89E2-1318-78EE-D236B704E15E}"/>
              </a:ext>
            </a:extLst>
          </p:cNvPr>
          <p:cNvSpPr txBox="1"/>
          <p:nvPr/>
        </p:nvSpPr>
        <p:spPr>
          <a:xfrm>
            <a:off x="4464424" y="5426497"/>
            <a:ext cx="3086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입력한 </a:t>
            </a:r>
            <a:r>
              <a:rPr lang="en-US" altLang="ko-KR" b="1" dirty="0">
                <a:solidFill>
                  <a:srgbClr val="FF0000"/>
                </a:solidFill>
              </a:rPr>
              <a:t>x</a:t>
            </a:r>
            <a:r>
              <a:rPr lang="ko-KR" altLang="en-US" b="1" dirty="0">
                <a:solidFill>
                  <a:srgbClr val="FF0000"/>
                </a:solidFill>
              </a:rPr>
              <a:t>축 범위는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ko-KR" altLang="en-US" b="1" dirty="0">
                <a:solidFill>
                  <a:srgbClr val="FF0000"/>
                </a:solidFill>
              </a:rPr>
              <a:t>까지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CAC631-6AC0-452A-83AD-C1095D741BA3}"/>
              </a:ext>
            </a:extLst>
          </p:cNvPr>
          <p:cNvSpPr txBox="1"/>
          <p:nvPr/>
        </p:nvSpPr>
        <p:spPr>
          <a:xfrm>
            <a:off x="4527572" y="5830694"/>
            <a:ext cx="312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stop</a:t>
            </a:r>
            <a:r>
              <a:rPr lang="ko-KR" altLang="en-US" b="1" dirty="0">
                <a:solidFill>
                  <a:srgbClr val="FF0000"/>
                </a:solidFill>
              </a:rPr>
              <a:t> 버튼 누름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D6F6FE1-F03C-1550-547D-D4D1C45C194E}"/>
              </a:ext>
            </a:extLst>
          </p:cNvPr>
          <p:cNvCxnSpPr>
            <a:cxnSpLocks/>
          </p:cNvCxnSpPr>
          <p:nvPr/>
        </p:nvCxnSpPr>
        <p:spPr>
          <a:xfrm flipH="1">
            <a:off x="3896139" y="5620064"/>
            <a:ext cx="568285" cy="29655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0BE7B96-A81A-4032-29FF-B329227234E9}"/>
              </a:ext>
            </a:extLst>
          </p:cNvPr>
          <p:cNvCxnSpPr>
            <a:cxnSpLocks/>
          </p:cNvCxnSpPr>
          <p:nvPr/>
        </p:nvCxnSpPr>
        <p:spPr>
          <a:xfrm flipH="1">
            <a:off x="3478696" y="6081360"/>
            <a:ext cx="985728" cy="93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F817899A-F2FA-B25B-FA3B-0139F284B756}"/>
              </a:ext>
            </a:extLst>
          </p:cNvPr>
          <p:cNvCxnSpPr/>
          <p:nvPr/>
        </p:nvCxnSpPr>
        <p:spPr>
          <a:xfrm flipV="1">
            <a:off x="9861176" y="6269816"/>
            <a:ext cx="274918" cy="13194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E47F9184-7B2E-A4DE-AB9B-8FD691614287}"/>
              </a:ext>
            </a:extLst>
          </p:cNvPr>
          <p:cNvCxnSpPr>
            <a:cxnSpLocks/>
          </p:cNvCxnSpPr>
          <p:nvPr/>
        </p:nvCxnSpPr>
        <p:spPr>
          <a:xfrm flipH="1">
            <a:off x="4125971" y="6401756"/>
            <a:ext cx="338453" cy="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1B0CD186-BA13-F643-3E41-27CBEABE74A5}"/>
              </a:ext>
            </a:extLst>
          </p:cNvPr>
          <p:cNvSpPr txBox="1"/>
          <p:nvPr/>
        </p:nvSpPr>
        <p:spPr>
          <a:xfrm>
            <a:off x="4527572" y="6217090"/>
            <a:ext cx="312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전압 </a:t>
            </a:r>
            <a:r>
              <a:rPr lang="en-US" altLang="ko-KR" b="1" dirty="0">
                <a:solidFill>
                  <a:srgbClr val="FF0000"/>
                </a:solidFill>
              </a:rPr>
              <a:t>0v</a:t>
            </a:r>
            <a:r>
              <a:rPr lang="ko-KR" altLang="en-US" b="1" dirty="0">
                <a:solidFill>
                  <a:srgbClr val="FF0000"/>
                </a:solidFill>
              </a:rPr>
              <a:t>으로 보냄</a:t>
            </a:r>
          </a:p>
        </p:txBody>
      </p:sp>
    </p:spTree>
    <p:extLst>
      <p:ext uri="{BB962C8B-B14F-4D97-AF65-F5344CB8AC3E}">
        <p14:creationId xmlns:p14="http://schemas.microsoft.com/office/powerpoint/2010/main" val="3109286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132</Words>
  <Application>Microsoft Office PowerPoint</Application>
  <PresentationFormat>와이드스크린</PresentationFormat>
  <Paragraphs>35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Main3 업데이트 : 기존 코드와의 차이점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Stop 기능 테스트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Main3 업데이트 코드 테스트 시나리오</dc:title>
  <dc:creator>11</dc:creator>
  <cp:lastModifiedBy>안성진</cp:lastModifiedBy>
  <cp:revision>19</cp:revision>
  <dcterms:created xsi:type="dcterms:W3CDTF">2026-01-20T07:13:07Z</dcterms:created>
  <dcterms:modified xsi:type="dcterms:W3CDTF">2026-01-26T00:54:12Z</dcterms:modified>
</cp:coreProperties>
</file>