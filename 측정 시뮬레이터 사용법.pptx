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94660"/>
  </p:normalViewPr>
  <p:slideViewPr>
    <p:cSldViewPr snapToGrid="0">
      <p:cViewPr>
        <p:scale>
          <a:sx n="120" d="100"/>
          <a:sy n="120" d="100"/>
        </p:scale>
        <p:origin x="-11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CCF30-6FC6-EDA5-22C4-978D10EFE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BC8F79-AEA2-128A-F826-CCD45475D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137FE0-70A4-7EF2-7D18-63B47E87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F6F2F-9B7B-1EF2-90DF-BDA79107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554FE-2481-D279-AD3C-0FA22E8D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86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38F76-C7C6-A242-ACC7-D0CCE2BF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BC8D8-A330-46F5-BBFF-7ED429E67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18A24-5888-F547-7D8C-28C2E0D8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BEA160-0D91-F1D0-EA39-C86C8F48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021010-61C9-B328-DCBA-BCF93D2A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15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C6E64-6C3F-AC4B-2AD9-0BCF4AA1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52C35E-0499-65FB-233E-6ECB294A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C86A9-5BE4-2D6D-1499-EC4B1311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87C8F-7866-F99D-99AC-DB9DBED3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03EFF8-AF04-715F-05DD-28D3C035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22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C1FF6-46D0-A8C1-6955-3005E4A8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D0BA73-6679-3EE7-CCE3-E0E600409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E68BD3-4E66-15E7-485C-0DD8773C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215A1-A203-FB28-064C-2C8B2419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877241-76DB-AC31-5008-6BDCA336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FA97D-E830-605C-6334-E3EC5508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70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F696E-AF37-BC25-1029-19029A92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48BC97-2A23-F76B-E0E6-F56156DE8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CA6461-2650-6494-2CAC-AFEDD790A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D64C2F-3C8B-FEF9-B45D-B4434B287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42F61E-9525-1940-4DA8-8C4A3376D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C5C68D-1C50-1E3B-3446-76516EFA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9676B6-6B78-75B2-AD0D-DC8A7C24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33C36B-ABCA-3D88-9EDB-047FE322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78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EDBB7-D9F9-B4AB-6C2E-7E8F2682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DCA195-5A66-8F61-9652-89267F19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2D52A5-00E8-97BD-B82C-E9B3B5CF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DA79A4-2964-FB1D-A66F-BA42AD45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29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142EC9-4904-7532-AFE2-4C48E561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8678A5-3FE9-8C3F-8348-477CB5ED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AADB15-D2B5-74BC-5E7D-2E2966C3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66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062CA-D60C-2E76-9B56-461C887A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B3442-6195-23E6-C704-DBA0A2363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E620E8-EB16-5771-0974-827C3A9E8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E8BBF8-C87A-2DBE-26BC-A7BB8CE5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B822E0-EEA2-949D-8FF1-E2A72717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01B9B7-DD8D-A43C-BCFC-80FBA76D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60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6D39F-F707-B3A7-7B62-008CB390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B62ACD-C818-D821-FB16-13D1C0014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7B3D92-778F-1F67-065E-0DCFA0A35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1EF472-4A5E-8623-2A71-1ECCD721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24469-811A-14B2-1CA2-2A3EA502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E6F7CD-0AC7-D982-389C-1C68418E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73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1F82-BEEE-2C59-8243-DEBAE296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AE1B76-E0AE-5317-4CEA-291B3938C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198AFD-BC25-D35F-8C1D-21B25D84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6C5C19-1816-D48A-A609-70E33946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9EDE30-E491-3434-EACF-A0CF99B1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39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A82F67-22A0-89EB-D94E-1EDC767BC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33B250-E60C-26A5-9980-ABCE7366D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B5A51-7FA0-34C1-B04A-BB3A1CD8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9FD24-A281-3712-B634-19E42E9B7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3C66ED-4A6F-C19A-2A1A-9E3C606D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90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D582EC-45C3-CE52-8C21-1617E91D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AC6E3-B671-89E0-8759-78CBE53A3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D7B397-53A7-F594-2FF1-7DB3B164E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4D5A5-46C2-4321-BC99-B39CA535E0B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1C2C12-B3F3-5A03-D3DA-36D47DD70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B7DC0A-D627-83C0-CD37-BCC3EBBAD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83189-3465-4F44-97EC-B6E9FCE10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36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309EA-4C28-43AD-0DE8-3CAEBF2E1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9278"/>
            <a:ext cx="9144000" cy="1159443"/>
          </a:xfrm>
        </p:spPr>
        <p:txBody>
          <a:bodyPr/>
          <a:lstStyle/>
          <a:p>
            <a:r>
              <a:rPr lang="ko-KR" altLang="en-US" dirty="0"/>
              <a:t>측정 시뮬레이터 사용법</a:t>
            </a:r>
          </a:p>
        </p:txBody>
      </p:sp>
    </p:spTree>
    <p:extLst>
      <p:ext uri="{BB962C8B-B14F-4D97-AF65-F5344CB8AC3E}">
        <p14:creationId xmlns:p14="http://schemas.microsoft.com/office/powerpoint/2010/main" val="182559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5A7FB-1307-2AE6-F68B-B3AFBEA7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E4B9E-D0EC-E816-77B5-34488712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사용 언어</a:t>
            </a:r>
            <a:r>
              <a:rPr lang="en-US" altLang="ko-KR" dirty="0"/>
              <a:t>: Python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기능 한 줄 요약</a:t>
            </a:r>
            <a:r>
              <a:rPr lang="en-US" altLang="ko-KR" dirty="0"/>
              <a:t>: A modular automation framework for Yoko GS200 and DMM-based device characterization (Diode &amp; Transistor).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세부 기능</a:t>
            </a:r>
            <a:r>
              <a:rPr lang="en-US" altLang="ko-KR" dirty="0"/>
              <a:t>:</a:t>
            </a:r>
            <a:r>
              <a:rPr lang="ko-KR" altLang="en-US" dirty="0"/>
              <a:t> 반도체 소자의 </a:t>
            </a:r>
            <a:r>
              <a:rPr lang="en-US" altLang="ko-KR" dirty="0"/>
              <a:t>I-V </a:t>
            </a:r>
            <a:r>
              <a:rPr lang="ko-KR" altLang="en-US" dirty="0"/>
              <a:t>및 </a:t>
            </a:r>
            <a:r>
              <a:rPr lang="en-US" altLang="ko-KR" dirty="0"/>
              <a:t>V-V </a:t>
            </a:r>
            <a:r>
              <a:rPr lang="ko-KR" altLang="en-US" dirty="0"/>
              <a:t>특성을 측정하기 위한 전압 </a:t>
            </a:r>
            <a:r>
              <a:rPr lang="ko-KR" altLang="en-US" dirty="0" err="1"/>
              <a:t>스윕</a:t>
            </a:r>
            <a:r>
              <a:rPr lang="en-US" altLang="ko-KR" dirty="0"/>
              <a:t>(Sweep), </a:t>
            </a:r>
            <a:r>
              <a:rPr lang="ko-KR" altLang="en-US" dirty="0"/>
              <a:t>실시간 모니터링</a:t>
            </a:r>
            <a:r>
              <a:rPr lang="en-US" altLang="ko-KR" dirty="0"/>
              <a:t>, </a:t>
            </a:r>
            <a:r>
              <a:rPr lang="ko-KR" altLang="en-US" dirty="0"/>
              <a:t>그리고 데이터 로깅을 자동화한다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813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21DC2-ED62-BB3D-6FA6-BB8BB7A3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826" y="382380"/>
            <a:ext cx="4045225" cy="1325563"/>
          </a:xfrm>
        </p:spPr>
        <p:txBody>
          <a:bodyPr/>
          <a:lstStyle/>
          <a:p>
            <a:r>
              <a:rPr lang="ko-KR" altLang="en-US" dirty="0"/>
              <a:t>폴더 구조</a:t>
            </a:r>
            <a:r>
              <a:rPr lang="en-US" altLang="ko-KR" dirty="0"/>
              <a:t>(</a:t>
            </a:r>
            <a:r>
              <a:rPr lang="ko-KR" altLang="en-US" dirty="0"/>
              <a:t>중요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F6D01-D0C7-6E50-C28F-51BEE2613B43}"/>
              </a:ext>
            </a:extLst>
          </p:cNvPr>
          <p:cNvSpPr txBox="1"/>
          <p:nvPr/>
        </p:nvSpPr>
        <p:spPr>
          <a:xfrm>
            <a:off x="599661" y="1690688"/>
            <a:ext cx="44394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각 기능 자세히 몰라도 사용 가능</a:t>
            </a:r>
            <a:r>
              <a:rPr lang="en-US" altLang="ko-KR" dirty="0"/>
              <a:t>.</a:t>
            </a:r>
          </a:p>
          <a:p>
            <a:pPr algn="r"/>
            <a:endParaRPr lang="en-US" altLang="ko-KR" dirty="0"/>
          </a:p>
          <a:p>
            <a:pPr algn="r"/>
            <a:r>
              <a:rPr lang="ko-KR" altLang="en-US" dirty="0"/>
              <a:t>우리가 사용할 친구는 오직</a:t>
            </a:r>
            <a:endParaRPr lang="en-US" altLang="ko-KR" dirty="0"/>
          </a:p>
          <a:p>
            <a:pPr algn="r"/>
            <a:r>
              <a:rPr lang="ko-KR" altLang="en-US" dirty="0"/>
              <a:t>앱 실행 시키는 </a:t>
            </a:r>
            <a:r>
              <a:rPr lang="en-US" altLang="ko-KR" dirty="0"/>
              <a:t>main.py</a:t>
            </a:r>
            <a:r>
              <a:rPr lang="ko-KR" altLang="en-US" dirty="0"/>
              <a:t>과</a:t>
            </a:r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ko-KR" altLang="en-US" dirty="0"/>
              <a:t>데이터 자동 저장되는 </a:t>
            </a:r>
            <a:r>
              <a:rPr lang="en-US" altLang="ko-KR" dirty="0"/>
              <a:t>experiments </a:t>
            </a:r>
            <a:r>
              <a:rPr lang="ko-KR" altLang="en-US" dirty="0"/>
              <a:t>폴더</a:t>
            </a:r>
            <a:endParaRPr lang="en-US" altLang="ko-KR" dirty="0"/>
          </a:p>
          <a:p>
            <a:pPr algn="r"/>
            <a:endParaRPr lang="en-US" altLang="ko-KR" dirty="0"/>
          </a:p>
        </p:txBody>
      </p:sp>
      <p:pic>
        <p:nvPicPr>
          <p:cNvPr id="12" name="그림 11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F23F9C-B13D-C3D6-A84B-B087D608E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214" y="0"/>
            <a:ext cx="5333999" cy="685800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AC42836-691A-9338-F7F2-6A7A18685740}"/>
              </a:ext>
            </a:extLst>
          </p:cNvPr>
          <p:cNvCxnSpPr>
            <a:cxnSpLocks/>
          </p:cNvCxnSpPr>
          <p:nvPr/>
        </p:nvCxnSpPr>
        <p:spPr>
          <a:xfrm flipV="1">
            <a:off x="5128591" y="365125"/>
            <a:ext cx="2146852" cy="23412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3CF0D8A-5D2A-99DB-04F3-B11B8A138EDC}"/>
              </a:ext>
            </a:extLst>
          </p:cNvPr>
          <p:cNvCxnSpPr>
            <a:cxnSpLocks/>
          </p:cNvCxnSpPr>
          <p:nvPr/>
        </p:nvCxnSpPr>
        <p:spPr>
          <a:xfrm flipV="1">
            <a:off x="5128591" y="2246243"/>
            <a:ext cx="2146852" cy="9801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89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0570B-4399-1CA1-C967-8CBA02DD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UI</a:t>
            </a:r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EAEBF0-B23C-4838-40B0-5490FD298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497" y="1517775"/>
            <a:ext cx="3801005" cy="5144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6CD18-DF70-BEED-5D3C-D2A8ECBF4BB3}"/>
              </a:ext>
            </a:extLst>
          </p:cNvPr>
          <p:cNvSpPr txBox="1"/>
          <p:nvPr/>
        </p:nvSpPr>
        <p:spPr>
          <a:xfrm>
            <a:off x="4547376" y="2441236"/>
            <a:ext cx="441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0098B-20EC-8BE5-1285-295BDC395A1E}"/>
              </a:ext>
            </a:extLst>
          </p:cNvPr>
          <p:cNvSpPr txBox="1"/>
          <p:nvPr/>
        </p:nvSpPr>
        <p:spPr>
          <a:xfrm>
            <a:off x="4547376" y="2816632"/>
            <a:ext cx="33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9B5B0-6F55-33B8-EFC9-F8D94D59E078}"/>
              </a:ext>
            </a:extLst>
          </p:cNvPr>
          <p:cNvSpPr txBox="1"/>
          <p:nvPr/>
        </p:nvSpPr>
        <p:spPr>
          <a:xfrm>
            <a:off x="4547375" y="3239829"/>
            <a:ext cx="33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1A7C4-3BAC-71B4-80AE-FADD28DE8117}"/>
              </a:ext>
            </a:extLst>
          </p:cNvPr>
          <p:cNvSpPr txBox="1"/>
          <p:nvPr/>
        </p:nvSpPr>
        <p:spPr>
          <a:xfrm>
            <a:off x="4547374" y="3653539"/>
            <a:ext cx="33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9229E-94FB-740D-3C0D-12888B1941B0}"/>
              </a:ext>
            </a:extLst>
          </p:cNvPr>
          <p:cNvSpPr txBox="1"/>
          <p:nvPr/>
        </p:nvSpPr>
        <p:spPr>
          <a:xfrm>
            <a:off x="4547373" y="4215170"/>
            <a:ext cx="33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FC5D9-FFD5-79B3-9EA1-6857ACD1DB19}"/>
              </a:ext>
            </a:extLst>
          </p:cNvPr>
          <p:cNvSpPr txBox="1"/>
          <p:nvPr/>
        </p:nvSpPr>
        <p:spPr>
          <a:xfrm>
            <a:off x="4547373" y="4741779"/>
            <a:ext cx="33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8C7E0-70EA-7A44-9709-08E2F14B2C4B}"/>
              </a:ext>
            </a:extLst>
          </p:cNvPr>
          <p:cNvSpPr txBox="1"/>
          <p:nvPr/>
        </p:nvSpPr>
        <p:spPr>
          <a:xfrm>
            <a:off x="4377849" y="5226807"/>
            <a:ext cx="33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4D24BFE9-D2CF-7A13-2EE1-72773F8202D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319007" y="749123"/>
            <a:ext cx="105156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dirty="0"/>
              <a:t>: Main.py</a:t>
            </a:r>
            <a:r>
              <a:rPr lang="ko-KR" altLang="en-US" dirty="0"/>
              <a:t> 실행 시 나타나는 </a:t>
            </a:r>
            <a:r>
              <a:rPr lang="ko-KR" altLang="en-US" dirty="0" err="1"/>
              <a:t>메인창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089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8ED9B-2DEC-2809-2E6E-AEAEA238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8011"/>
            <a:ext cx="5395631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①</a:t>
            </a:r>
            <a:r>
              <a:rPr lang="en-US" altLang="ko-KR" sz="3600" dirty="0"/>
              <a:t>DMM: Set PLC</a:t>
            </a:r>
            <a:endParaRPr lang="ko-KR" altLang="en-US" sz="360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5E8A8C-2A8B-CC15-4609-60EBF5484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35" y="1690688"/>
            <a:ext cx="3734321" cy="4715533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613360EE-03A9-796C-8CA0-5F6D0040897E}"/>
              </a:ext>
            </a:extLst>
          </p:cNvPr>
          <p:cNvSpPr/>
          <p:nvPr/>
        </p:nvSpPr>
        <p:spPr>
          <a:xfrm flipH="1">
            <a:off x="3512722" y="3974051"/>
            <a:ext cx="585626" cy="283030"/>
          </a:xfrm>
          <a:prstGeom prst="rightArrow">
            <a:avLst>
              <a:gd name="adj1" fmla="val 3221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B20155-E0B2-3A80-F2AB-43CFD61BF911}"/>
              </a:ext>
            </a:extLst>
          </p:cNvPr>
          <p:cNvSpPr txBox="1">
            <a:spLocks/>
          </p:cNvSpPr>
          <p:nvPr/>
        </p:nvSpPr>
        <p:spPr>
          <a:xfrm>
            <a:off x="6233831" y="298012"/>
            <a:ext cx="53956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②</a:t>
            </a:r>
            <a:r>
              <a:rPr lang="en-US" altLang="ko-KR" sz="3600" dirty="0"/>
              <a:t>Yoko: Voltage Range</a:t>
            </a:r>
            <a:endParaRPr lang="ko-KR" altLang="en-US" sz="3600" dirty="0"/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E6177-FFB4-462D-796B-4DDF435A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196" y="1473389"/>
            <a:ext cx="3762900" cy="5001323"/>
          </a:xfrm>
          <a:prstGeom prst="rect">
            <a:avLst/>
          </a:prstGeom>
        </p:spPr>
      </p:pic>
      <p:sp>
        <p:nvSpPr>
          <p:cNvPr id="12" name="화살표: 오른쪽으로 구부러짐 11">
            <a:extLst>
              <a:ext uri="{FF2B5EF4-FFF2-40B4-BE49-F238E27FC236}">
                <a16:creationId xmlns:a16="http://schemas.microsoft.com/office/drawing/2014/main" id="{93F8D6E8-6232-13BB-A79C-EE0158915062}"/>
              </a:ext>
            </a:extLst>
          </p:cNvPr>
          <p:cNvSpPr/>
          <p:nvPr/>
        </p:nvSpPr>
        <p:spPr>
          <a:xfrm rot="552088" flipH="1">
            <a:off x="9378893" y="2709645"/>
            <a:ext cx="864065" cy="1971412"/>
          </a:xfrm>
          <a:prstGeom prst="curvedRightArrow">
            <a:avLst>
              <a:gd name="adj1" fmla="val 9611"/>
              <a:gd name="adj2" fmla="val 33800"/>
              <a:gd name="adj3" fmla="val 208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화살표: 오른쪽으로 구부러짐 12">
            <a:extLst>
              <a:ext uri="{FF2B5EF4-FFF2-40B4-BE49-F238E27FC236}">
                <a16:creationId xmlns:a16="http://schemas.microsoft.com/office/drawing/2014/main" id="{2AF40280-C4DC-71C4-3398-C1D2231245AF}"/>
              </a:ext>
            </a:extLst>
          </p:cNvPr>
          <p:cNvSpPr/>
          <p:nvPr/>
        </p:nvSpPr>
        <p:spPr>
          <a:xfrm rot="552088" flipH="1">
            <a:off x="9428161" y="3063014"/>
            <a:ext cx="864065" cy="2037209"/>
          </a:xfrm>
          <a:prstGeom prst="curvedRightArrow">
            <a:avLst>
              <a:gd name="adj1" fmla="val 9611"/>
              <a:gd name="adj2" fmla="val 33800"/>
              <a:gd name="adj3" fmla="val 2085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80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152BDC-E151-8E56-AD84-387E940D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8011"/>
            <a:ext cx="5395631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③</a:t>
            </a:r>
            <a:r>
              <a:rPr lang="en-US" altLang="ko-KR" sz="3600" dirty="0"/>
              <a:t>Local Mode Setting</a:t>
            </a:r>
            <a:endParaRPr lang="ko-KR" altLang="en-US" sz="36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9D2A975-5640-31BD-0332-2ED5B9E16C28}"/>
              </a:ext>
            </a:extLst>
          </p:cNvPr>
          <p:cNvSpPr txBox="1">
            <a:spLocks/>
          </p:cNvSpPr>
          <p:nvPr/>
        </p:nvSpPr>
        <p:spPr>
          <a:xfrm>
            <a:off x="6233831" y="298012"/>
            <a:ext cx="53956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④</a:t>
            </a:r>
            <a:r>
              <a:rPr lang="en-US" altLang="ko-KR" sz="3600" dirty="0"/>
              <a:t>Yoko: Output control</a:t>
            </a:r>
            <a:endParaRPr lang="ko-KR" altLang="en-US" sz="3600" dirty="0"/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0D2324-1EA9-E43B-E9D1-8F72B5A02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607" y="1747107"/>
            <a:ext cx="2810267" cy="3581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E7FD8E-026A-8B66-7126-E0D2464626F5}"/>
              </a:ext>
            </a:extLst>
          </p:cNvPr>
          <p:cNvSpPr txBox="1"/>
          <p:nvPr/>
        </p:nvSpPr>
        <p:spPr>
          <a:xfrm>
            <a:off x="1536205" y="5558319"/>
            <a:ext cx="3482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Local </a:t>
            </a:r>
            <a:r>
              <a:rPr lang="ko-KR" altLang="en-US" dirty="0"/>
              <a:t>사용이 끝났다면</a:t>
            </a:r>
            <a:r>
              <a:rPr lang="en-US" altLang="ko-KR" dirty="0"/>
              <a:t>, Remote </a:t>
            </a:r>
            <a:r>
              <a:rPr lang="ko-KR" altLang="en-US" dirty="0"/>
              <a:t>모드로 바꿀 필요 없이 그냥 사용하면 됨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DA62A-C0CD-CD02-00D0-48DE61FE423B}"/>
              </a:ext>
            </a:extLst>
          </p:cNvPr>
          <p:cNvSpPr txBox="1"/>
          <p:nvPr/>
        </p:nvSpPr>
        <p:spPr>
          <a:xfrm>
            <a:off x="838199" y="2936280"/>
            <a:ext cx="127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개별 선택</a:t>
            </a:r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5D5D25-8DB6-7CA6-638E-4D922FB6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749" y="2309160"/>
            <a:ext cx="2819794" cy="24577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2BED0B-2E9B-5161-EA5C-12C235A1E197}"/>
              </a:ext>
            </a:extLst>
          </p:cNvPr>
          <p:cNvSpPr txBox="1"/>
          <p:nvPr/>
        </p:nvSpPr>
        <p:spPr>
          <a:xfrm>
            <a:off x="7521749" y="5452538"/>
            <a:ext cx="281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측정 전에 꼭 </a:t>
            </a:r>
            <a:r>
              <a:rPr lang="en-US" altLang="ko-KR" dirty="0"/>
              <a:t>ON </a:t>
            </a:r>
            <a:r>
              <a:rPr lang="ko-KR" altLang="en-US" dirty="0"/>
              <a:t>할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251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5E0C692-3CD8-50D4-BD16-73D28E59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8011"/>
            <a:ext cx="5395631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⑤</a:t>
            </a:r>
            <a:r>
              <a:rPr lang="en-US" altLang="ko-KR" sz="3600" dirty="0"/>
              <a:t>Current(1D:V)</a:t>
            </a:r>
            <a:endParaRPr lang="ko-KR" altLang="en-US" sz="36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7A6F91A-CD97-2218-029C-09E704C8A75E}"/>
              </a:ext>
            </a:extLst>
          </p:cNvPr>
          <p:cNvSpPr txBox="1">
            <a:spLocks/>
          </p:cNvSpPr>
          <p:nvPr/>
        </p:nvSpPr>
        <p:spPr>
          <a:xfrm>
            <a:off x="6233831" y="298012"/>
            <a:ext cx="53956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⑥</a:t>
            </a:r>
            <a:r>
              <a:rPr lang="en-US" altLang="ko-KR" sz="3600" dirty="0"/>
              <a:t>Current(V vs I)</a:t>
            </a:r>
            <a:endParaRPr lang="ko-KR" altLang="en-US" sz="3600" dirty="0"/>
          </a:p>
        </p:txBody>
      </p:sp>
      <p:pic>
        <p:nvPicPr>
          <p:cNvPr id="12" name="그림 11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562BD8-0643-E313-7856-9053B563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676" y="1438724"/>
            <a:ext cx="3337658" cy="4392837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34B03F-5077-030A-E398-E403FCDB3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8" y="1512090"/>
            <a:ext cx="3403663" cy="4844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E14AAC-E145-CCF9-B720-07B31924269C}"/>
              </a:ext>
            </a:extLst>
          </p:cNvPr>
          <p:cNvSpPr txBox="1"/>
          <p:nvPr/>
        </p:nvSpPr>
        <p:spPr>
          <a:xfrm>
            <a:off x="2814762" y="3934091"/>
            <a:ext cx="197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11 or 51 or 101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6" name="그림 1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97F564-6FB1-613D-77A0-1E51005BD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71" y="2211816"/>
            <a:ext cx="3495899" cy="43481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02CDAB-285D-5574-B8EA-F9CD844D24E5}"/>
              </a:ext>
            </a:extLst>
          </p:cNvPr>
          <p:cNvSpPr txBox="1"/>
          <p:nvPr/>
        </p:nvSpPr>
        <p:spPr>
          <a:xfrm>
            <a:off x="8436334" y="1758391"/>
            <a:ext cx="200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입력 예시</a:t>
            </a:r>
          </a:p>
        </p:txBody>
      </p:sp>
    </p:spTree>
    <p:extLst>
      <p:ext uri="{BB962C8B-B14F-4D97-AF65-F5344CB8AC3E}">
        <p14:creationId xmlns:p14="http://schemas.microsoft.com/office/powerpoint/2010/main" val="3760135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161</Words>
  <Application>Microsoft Office PowerPoint</Application>
  <PresentationFormat>와이드스크린</PresentationFormat>
  <Paragraphs>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측정 시뮬레이터 사용법</vt:lpstr>
      <vt:lpstr>소개</vt:lpstr>
      <vt:lpstr>폴더 구조(중요)</vt:lpstr>
      <vt:lpstr>Main UI</vt:lpstr>
      <vt:lpstr>①DMM: Set PLC</vt:lpstr>
      <vt:lpstr>③Local Mode Setting</vt:lpstr>
      <vt:lpstr>⑤Current(1D:V)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안성진</dc:creator>
  <cp:lastModifiedBy>안성진</cp:lastModifiedBy>
  <cp:revision>5</cp:revision>
  <dcterms:created xsi:type="dcterms:W3CDTF">2026-01-21T06:53:58Z</dcterms:created>
  <dcterms:modified xsi:type="dcterms:W3CDTF">2026-01-26T00:54:42Z</dcterms:modified>
</cp:coreProperties>
</file>